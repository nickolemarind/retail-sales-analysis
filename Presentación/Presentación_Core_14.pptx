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 snapToObjects="1">
      <p:cViewPr varScale="1">
        <p:scale>
          <a:sx n="85" d="100"/>
          <a:sy n="85" d="100"/>
        </p:scale>
        <p:origin x="192" y="8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6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6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45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4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48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79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2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764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7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80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72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45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1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009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4" r:id="rId7"/>
    <p:sldLayoutId id="2147484075" r:id="rId8"/>
    <p:sldLayoutId id="2147484076" r:id="rId9"/>
    <p:sldLayoutId id="2147484077" r:id="rId10"/>
    <p:sldLayoutId id="2147484078" r:id="rId11"/>
    <p:sldLayoutId id="2147484079" r:id="rId12"/>
    <p:sldLayoutId id="2147484080" r:id="rId13"/>
    <p:sldLayoutId id="2147484081" r:id="rId14"/>
    <p:sldLayoutId id="2147484082" r:id="rId15"/>
    <p:sldLayoutId id="2147484083" r:id="rId16"/>
    <p:sldLayoutId id="214748408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2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br>
              <a:rPr lang="es-CL" sz="5700" dirty="0"/>
            </a:br>
            <a:r>
              <a:rPr lang="es-CL" sz="5700" dirty="0"/>
              <a:t>Proyecto </a:t>
            </a:r>
            <a:r>
              <a:rPr lang="es-CL" sz="5700" dirty="0" err="1"/>
              <a:t>Retail</a:t>
            </a:r>
            <a:r>
              <a:rPr lang="es-CL" sz="5700" dirty="0"/>
              <a:t> </a:t>
            </a:r>
            <a:r>
              <a:rPr lang="es-CL" sz="5700" dirty="0" err="1"/>
              <a:t>Analytics</a:t>
            </a:r>
            <a:br>
              <a:rPr lang="es-CL" sz="5700" dirty="0"/>
            </a:br>
            <a:r>
              <a:rPr lang="es-CL" sz="5700" dirty="0"/>
              <a:t>Core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2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Exploratorio</a:t>
            </a:r>
            <a:r>
              <a:rPr dirty="0"/>
              <a:t> de Datos (EDA)</a:t>
            </a:r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y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Aplicar técnicas de análisis exploratorio de datos utilizando visualizaciones avanzadas.</a:t>
            </a:r>
          </a:p>
          <a:p>
            <a:r>
              <a:t>Identificar patrones de compra y relaciones entre variables.</a:t>
            </a:r>
          </a:p>
          <a:p>
            <a:r>
              <a:t>Interpretar tendencias relevantes del negocio retail.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Descripción del Conjunto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Registros analizados: 1000</a:t>
            </a:r>
          </a:p>
          <a:p>
            <a:r>
              <a:t>Variables disponibles: 9</a:t>
            </a:r>
          </a:p>
          <a:p>
            <a:r>
              <a:t>Variables principales: Edad, Género, Categoría, Cantidad, Precio y Monto Total.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Principales Análisis y Hallazgos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Hallazgos relevantes:</a:t>
            </a:r>
          </a:p>
          <a:p>
            <a:r>
              <a:t>Existe relación positiva entre cantidad comprada y monto total.</a:t>
            </a:r>
          </a:p>
          <a:p>
            <a:r>
              <a:t>Algunas categorías presentan mayores ventas.</a:t>
            </a:r>
          </a:p>
          <a:p>
            <a:r>
              <a:t>Las diferencias entre géneros son moderadas.</a:t>
            </a:r>
          </a:p>
          <a:p>
            <a:r>
              <a:t>La edad no determina directamente el nivel de compra.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464636"/>
            <a:ext cx="7772400" cy="1456267"/>
          </a:xfrm>
        </p:spPr>
        <p:txBody>
          <a:bodyPr>
            <a:normAutofit/>
          </a:bodyPr>
          <a:lstStyle/>
          <a:p>
            <a:r>
              <a:rPr dirty="0" err="1"/>
              <a:t>Visualización</a:t>
            </a:r>
            <a:r>
              <a:rPr dirty="0"/>
              <a:t> Clave: Ventas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Categoría</a:t>
            </a:r>
            <a:endParaRPr dirty="0"/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773044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Visualización Clave: Edad vs Cantidad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839951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Conclusiones:</a:t>
            </a:r>
          </a:p>
          <a:p>
            <a:r>
              <a:t>El análisis exploratorio permitió identificar patrones importantes de ventas.</a:t>
            </a:r>
          </a:p>
          <a:p>
            <a:r>
              <a:t>Las visualizaciones facilitaron la interpretación de los datos.</a:t>
            </a:r>
          </a:p>
          <a:p>
            <a:r>
              <a:t>Recomendaciones:</a:t>
            </a:r>
          </a:p>
          <a:p>
            <a:r>
              <a:t>Aplicar modelos predictivos en futuras etapas.</a:t>
            </a:r>
          </a:p>
          <a:p>
            <a:r>
              <a:t>Segmentar clientes según comportamiento de compra.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8</TotalTime>
  <Words>165</Words>
  <Application>Microsoft Macintosh PowerPoint</Application>
  <PresentationFormat>Panorámica</PresentationFormat>
  <Paragraphs>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Berlín</vt:lpstr>
      <vt:lpstr> Proyecto Retail Analytics Core 14</vt:lpstr>
      <vt:lpstr>Introducción y Objetivos</vt:lpstr>
      <vt:lpstr>Descripción del Conjunto de Datos</vt:lpstr>
      <vt:lpstr>Principales Análisis y Hallazgos</vt:lpstr>
      <vt:lpstr>Visualización Clave: Ventas por Categoría</vt:lpstr>
      <vt:lpstr>Visualización Clave: Edad vs Cantidad</vt:lpstr>
      <vt:lpstr>Conclusiones y Recomendaciones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Nickole Marín</cp:lastModifiedBy>
  <cp:revision>2</cp:revision>
  <dcterms:created xsi:type="dcterms:W3CDTF">2013-01-27T09:14:16Z</dcterms:created>
  <dcterms:modified xsi:type="dcterms:W3CDTF">2026-05-23T03:18:37Z</dcterms:modified>
  <cp:category/>
</cp:coreProperties>
</file>